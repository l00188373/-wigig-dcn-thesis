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Task 4: Packet Drop Analysis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Why 760 drops with wireless vs 12 without?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Paradox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Wired-Only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+6,233%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127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116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-9%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2.64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2.91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+10%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0.0004%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+58×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63× More Packet Drops</a:t>
            </a:r>
          </a:p>
        </p:txBody>
      </p:sp>
      <p:pic>
        <p:nvPicPr>
          <p:cNvPr id="3" name="Picture 2" descr="task4-packet-d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204994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 b="1"/>
            </a:pPr>
            <a:r>
              <a:t>TCP Packet Reordering</a:t>
            </a:r>
          </a:p>
          <a:p>
            <a:br/>
            <a:pPr>
              <a:defRPr sz="2200"/>
            </a:pPr>
            <a:r>
              <a:t>Multiple paths with different lengths:</a:t>
            </a:r>
          </a:p>
          <a:p>
            <a:pPr>
              <a:defRPr sz="2000"/>
            </a:pPr>
            <a:r>
              <a:t>  • Wired: 3 hops (faster)</a:t>
            </a:r>
          </a:p>
          <a:p>
            <a:pPr>
              <a:defRPr sz="2000"/>
            </a:pPr>
            <a:r>
              <a:t>  • Wireless: 4 hops (slower)</a:t>
            </a:r>
          </a:p>
          <a:p>
            <a:br/>
            <a:pPr>
              <a:defRPr sz="2200"/>
            </a:pPr>
            <a:r>
              <a:t>Packets arrive out of order</a:t>
            </a:r>
          </a:p>
          <a:p>
            <a:pPr>
              <a:defRPr sz="2200"/>
            </a:pPr>
            <a:r>
              <a:t>TCP thinks packets are lost</a:t>
            </a:r>
          </a:p>
          <a:p>
            <a:pPr>
              <a:defRPr sz="2200">
                <a:solidFill>
                  <a:srgbClr val="FF0000"/>
                </a:solidFill>
              </a:defRPr>
            </a:pPr>
            <a:r>
              <a:t>Triggers retransmissions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Validated by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1">
                <a:solidFill>
                  <a:srgbClr val="2E86AB"/>
                </a:solidFill>
              </a:defRPr>
            </a:pPr>
            <a:r>
              <a:t>Sur et al. (2017) - MobiCom</a:t>
            </a:r>
          </a:p>
          <a:p>
            <a:br/>
            <a:pPr>
              <a:defRPr sz="2200"/>
            </a:pPr>
            <a:r>
              <a:t>Tested REAL 60 GHz + WiFi hardware</a:t>
            </a:r>
          </a:p>
          <a:p>
            <a:br/>
            <a:pPr>
              <a:defRPr sz="2200" b="1"/>
            </a:pPr>
            <a:r>
              <a:t>Found:</a:t>
            </a:r>
          </a:p>
          <a:p>
            <a:pPr>
              <a:defRPr sz="2000"/>
            </a:pPr>
            <a:r>
              <a:t>  • 5× throughput reduction</a:t>
            </a:r>
          </a:p>
          <a:p>
            <a:pPr>
              <a:defRPr sz="2000"/>
            </a:pPr>
            <a:r>
              <a:t>  • 50% out-of-order packets</a:t>
            </a:r>
          </a:p>
          <a:p>
            <a:pPr>
              <a:defRPr sz="2000"/>
            </a:pPr>
            <a:r>
              <a:t>  • TCP window collapse</a:t>
            </a:r>
          </a:p>
          <a:p>
            <a:br/>
            <a:pPr>
              <a:defRPr sz="2400" b="1">
                <a:solidFill>
                  <a:srgbClr val="008000"/>
                </a:solidFill>
              </a:defRPr>
            </a:pPr>
            <a:r>
              <a:t>Our results match their findings!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br/>
            <a:pPr algn="ctr">
              <a:defRPr sz="2800">
                <a:solidFill>
                  <a:srgbClr val="FFFFFF"/>
                </a:solidFill>
              </a:defRPr>
            </a:pPr>
            <a:r>
              <a:t>760 drops = TCP reordering</a:t>
            </a:r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t>NOT actual packet loss</a:t>
            </a:r>
          </a:p>
          <a:p>
            <a:br/>
            <a:pPr algn="ctr">
              <a:defRPr sz="2600">
                <a:solidFill>
                  <a:srgbClr val="FFFFFF"/>
                </a:solidFill>
              </a:defRPr>
            </a:pPr>
            <a:r>
              <a:t>Validated by real-world studies</a:t>
            </a:r>
          </a:p>
          <a:p>
            <a:br/>
            <a:pPr algn="ctr">
              <a:defRPr sz="2600" b="1">
                <a:solidFill>
                  <a:srgbClr val="FFFF00"/>
                </a:solidFill>
              </a:defRPr>
            </a:pPr>
            <a:r>
              <a:t>Hybrid only helps WITH congestion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