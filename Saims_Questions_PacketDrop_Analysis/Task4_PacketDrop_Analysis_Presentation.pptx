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Task 4: Packet Drop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Investigating Multi-Path TCP Reordering in Hybrid DCN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Anthony Malone (L00188373)</a:t>
            </a:r>
          </a:p>
          <a:p>
            <a:r>
              <a:t>Supervisor: Dr. Saim Ghafoor</a:t>
            </a:r>
          </a:p>
          <a:p>
            <a:r>
              <a:t>November 24,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Saim's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are 760 packets dropped with wireless enabled compared to 12 without wireless when there's no congestion?</a:t>
            </a:r>
          </a:p>
          <a:p>
            <a:br/>
            <a:pPr>
              <a:defRPr b="1"/>
            </a:pPr>
            <a:r>
              <a:t>Key Points to Investigate:</a:t>
            </a:r>
          </a:p>
          <a:p>
            <a:pPr lvl="1">
              <a:defRPr sz="2000"/>
            </a:pPr>
            <a:r>
              <a:t>What type of packets are being dropped?</a:t>
            </a:r>
          </a:p>
          <a:p>
            <a:pPr lvl="1">
              <a:defRPr sz="2000"/>
            </a:pPr>
            <a:r>
              <a:t>Where are packets being dropped?</a:t>
            </a:r>
          </a:p>
          <a:p>
            <a:pPr lvl="1">
              <a:defRPr sz="2000"/>
            </a:pPr>
            <a:r>
              <a:t>Why does adding capacity make things worse?</a:t>
            </a:r>
          </a:p>
          <a:p>
            <a:pPr lvl="1">
              <a:defRPr sz="2000"/>
            </a:pPr>
            <a:r>
              <a:t>Is this an ns-3 limitation or real-world phenomenon?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Simulation Results: The Paradox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Configuration: 4 ToR + 2 Spine, 80 servers, Uniform traffic, No congestion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Wired-Only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Hybrid (+WiGig)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Packet Drops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0000"/>
                          </a:solidFill>
                        </a:defRPr>
                      </a:pPr>
                      <a:r>
                        <a:t>+6,233% ❌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Throughput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127.2 Mbps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115.8 Mbps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0000"/>
                          </a:solidFill>
                        </a:defRPr>
                      </a:pPr>
                      <a:r>
                        <a:t>-9.0% ❌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2.64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2.91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0000"/>
                          </a:solidFill>
                        </a:defRPr>
                      </a:pPr>
                      <a:r>
                        <a:t>+10.2% ❌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Packet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0.0004%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0.023%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0000"/>
                          </a:solidFill>
                        </a:defRPr>
                      </a:pPr>
                      <a:r>
                        <a:t>+58× ❌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Packet Drops: 63× Increase with Wireless</a:t>
            </a:r>
          </a:p>
        </p:txBody>
      </p:sp>
      <p:pic>
        <p:nvPicPr>
          <p:cNvPr id="3" name="Picture 2" descr="task4-packet-dr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8437912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All Performance Metrics Degrade</a:t>
            </a:r>
          </a:p>
        </p:txBody>
      </p:sp>
      <p:pic>
        <p:nvPicPr>
          <p:cNvPr id="3" name="Picture 2" descr="task4-performance-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453097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Root Cause: Multi-Path TCP Reordering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 actual packet loss - TCP retransmissions!</a:t>
            </a:r>
          </a:p>
          <a:p>
            <a:br/>
            <a:pPr>
              <a:defRPr b="1" sz="2200"/>
            </a:pPr>
            <a:r>
              <a:t>What Happens:</a:t>
            </a:r>
          </a:p>
          <a:p>
            <a:pPr lvl="1">
              <a:defRPr sz="1600"/>
            </a:pPr>
            <a:r>
              <a:t>ECMP routing creates multiple paths (wired 3 hops, wireless 4 hops)</a:t>
            </a:r>
          </a:p>
          <a:p>
            <a:pPr lvl="1">
              <a:defRPr sz="1600"/>
            </a:pPr>
            <a:r>
              <a:t>Different path lengths → Different latencies</a:t>
            </a:r>
          </a:p>
          <a:p>
            <a:pPr lvl="1">
              <a:defRPr sz="1600"/>
            </a:pPr>
            <a:r>
              <a:t>Packets from SAME flow take DIFFERENT paths</a:t>
            </a:r>
          </a:p>
          <a:p>
            <a:pPr lvl="1">
              <a:defRPr sz="1600"/>
            </a:pPr>
            <a:r>
              <a:t>Fast packets overtake slow packets → OUT OF ORDER arrival</a:t>
            </a:r>
          </a:p>
          <a:p>
            <a:pPr lvl="1">
              <a:defRPr sz="1600"/>
            </a:pPr>
            <a:r>
              <a:t>TCP receiver detects gaps → Sends duplicate ACKs</a:t>
            </a:r>
          </a:p>
          <a:p>
            <a:pPr lvl="1">
              <a:defRPr sz="1600"/>
            </a:pPr>
            <a:r>
              <a:t>Sender interprets as loss → Fast retransmit triggered</a:t>
            </a:r>
          </a:p>
          <a:p>
            <a:pPr lvl="1">
              <a:defRPr sz="1600"/>
            </a:pPr>
            <a:r>
              <a:t>Congestion window collapses → Throughput drops 9%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Multi-Path Problem Visualized</a:t>
            </a:r>
          </a:p>
        </p:txBody>
      </p:sp>
      <p:pic>
        <p:nvPicPr>
          <p:cNvPr id="3" name="Picture 2" descr="task4-multipath-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7988847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Validation: NOT an ns-3 Bug!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400">
                <a:solidFill>
                  <a:srgbClr val="2E86AB"/>
                </a:solidFill>
              </a:defRPr>
            </a:pPr>
            <a:r>
              <a:t>Sur et al. (2017) - MobiCom '17</a:t>
            </a:r>
          </a:p>
          <a:p>
            <a:br/>
            <a:pPr>
              <a:defRPr i="1" sz="2000"/>
            </a:pPr>
            <a:r>
              <a:t>"WiFi-Assisted 60 GHz Wireless Networks"</a:t>
            </a:r>
          </a:p>
          <a:p>
            <a:br/>
            <a:pPr>
              <a:defRPr b="1" sz="2200"/>
            </a:pPr>
            <a:r>
              <a:t>Key Findings:</a:t>
            </a:r>
          </a:p>
          <a:p>
            <a:pPr lvl="1">
              <a:defRPr sz="1800"/>
            </a:pPr>
            <a:r>
              <a:t>5× throughput reduction with dual 60GHz+WiFi interfaces</a:t>
            </a:r>
          </a:p>
          <a:p>
            <a:pPr lvl="1">
              <a:defRPr sz="1800"/>
            </a:pPr>
            <a:r>
              <a:t>Root cause: 50% out-of-order packets</a:t>
            </a:r>
          </a:p>
          <a:p>
            <a:pPr lvl="1">
              <a:defRPr sz="1800"/>
            </a:pPr>
            <a:r>
              <a:t>TCP congestion window collapse observed</a:t>
            </a:r>
          </a:p>
          <a:p>
            <a:pPr lvl="1">
              <a:defRPr sz="1800"/>
            </a:pPr>
            <a:r>
              <a:t>Tested on REAL commodity IEEE 802.11ad hardware</a:t>
            </a:r>
          </a:p>
          <a:p>
            <a:pPr lvl="1">
              <a:defRPr sz="1800"/>
            </a:pPr>
            <a:r>
              <a:t>Published in top-tier ACM conference</a:t>
            </a:r>
          </a:p>
          <a:p>
            <a:br/>
            <a:pPr>
              <a:defRPr b="1" sz="2000">
                <a:solidFill>
                  <a:srgbClr val="008000"/>
                </a:solidFill>
              </a:defRPr>
            </a:pPr>
            <a:r>
              <a:t>✓ Our simulation reproduces their real-world findings!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 to Saim's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200"/>
            </a:pPr>
            <a:r>
              <a:t>Q: "Why 760 drops vs 12 with no congestion?"</a:t>
            </a:r>
          </a:p>
          <a:p>
            <a:br/>
            <a:pPr>
              <a:defRPr b="1" sz="2400">
                <a:solidFill>
                  <a:srgbClr val="008000"/>
                </a:solidFill>
              </a:defRPr>
            </a:pPr>
            <a:r>
              <a:t>A: TCP packet reordering, NOT actual loss</a:t>
            </a:r>
          </a:p>
          <a:p>
            <a:br/>
            <a:pPr>
              <a:defRPr b="1"/>
            </a:pPr>
            <a:r>
              <a:t>What type of packets?</a:t>
            </a:r>
          </a:p>
          <a:p>
            <a:pPr lvl="1"/>
            <a:r>
              <a:t>TCP retransmissions (FlowMonitor counts as drops)</a:t>
            </a:r>
          </a:p>
          <a:p>
            <a:br/>
            <a:pPr>
              <a:defRPr b="1"/>
            </a:pPr>
            <a:r>
              <a:t>Where dropped?</a:t>
            </a:r>
          </a:p>
          <a:p>
            <a:pPr lvl="1"/>
            <a:r>
              <a:t>NOT dropped - packets arrive out-of-order at receiver</a:t>
            </a:r>
          </a:p>
          <a:p>
            <a:br/>
            <a:pPr>
              <a:defRPr b="1"/>
            </a:pPr>
            <a:r>
              <a:t>Real-world or simulation artifact?</a:t>
            </a:r>
          </a:p>
          <a:p>
            <a:pPr lvl="1">
              <a:defRPr>
                <a:solidFill>
                  <a:srgbClr val="FF0000"/>
                </a:solidFill>
              </a:defRPr>
            </a:pPr>
            <a:r>
              <a:t>REAL phenomenon (validated by Sur et al. 2017)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Implications for 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400">
                <a:solidFill>
                  <a:srgbClr val="008000"/>
                </a:solidFill>
              </a:defRPr>
            </a:pPr>
            <a:r>
              <a:t>✓ Validates Hypothesis H2</a:t>
            </a:r>
          </a:p>
          <a:p>
            <a:pPr lvl="1">
              <a:defRPr i="1"/>
            </a:pPr>
            <a:r>
              <a:t>"Hybrid architectures only help when there's actual congestion to relieve"</a:t>
            </a:r>
          </a:p>
          <a:p>
            <a:br/>
            <a:pPr>
              <a:defRPr b="1" sz="2400">
                <a:solidFill>
                  <a:srgbClr val="008000"/>
                </a:solidFill>
              </a:defRPr>
            </a:pPr>
            <a:r>
              <a:t>✓ Answers Research Question RQ2</a:t>
            </a:r>
          </a:p>
          <a:p>
            <a:pPr lvl="1"/>
            <a:r>
              <a:t>When does WiGig help? ONLY with proper traffic engineering!</a:t>
            </a:r>
          </a:p>
          <a:p>
            <a:br/>
            <a:pPr>
              <a:defRPr b="1" sz="2200"/>
            </a:pPr>
            <a:r>
              <a:t>Key Insights:</a:t>
            </a:r>
          </a:p>
          <a:p>
            <a:pPr lvl="1">
              <a:defRPr sz="1800"/>
            </a:pPr>
            <a:r>
              <a:t>Adding capacity ≠ Better performance</a:t>
            </a:r>
          </a:p>
          <a:p>
            <a:pPr lvl="1">
              <a:defRPr sz="1800"/>
            </a:pPr>
            <a:r>
              <a:t>Multi-path requires per-flow routing (not per-packet ECMP)</a:t>
            </a:r>
          </a:p>
          <a:p>
            <a:pPr lvl="1">
              <a:defRPr sz="1800"/>
            </a:pPr>
            <a:r>
              <a:t>Wireless needs traffic engineering, not blanket deployment</a:t>
            </a:r>
          </a:p>
          <a:p>
            <a:pPr lvl="1">
              <a:defRPr sz="1800"/>
            </a:pPr>
            <a:r>
              <a:t>Critical analysis: When NOT to use wireless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for Task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Status: Understood when wireless DOESN'T help</a:t>
            </a:r>
          </a:p>
          <a:p>
            <a:br/>
            <a:pPr>
              <a:defRPr b="1" sz="2200"/>
            </a:pPr>
            <a:r>
              <a:t>Next: Demonstrate when it DOES help</a:t>
            </a:r>
          </a:p>
          <a:p>
            <a:pPr lvl="1">
              <a:defRPr sz="1800"/>
            </a:pPr>
            <a:r>
              <a:t>Fix topology: WiGig only between ToR 2-3 (not all racks)</a:t>
            </a:r>
          </a:p>
          <a:p>
            <a:pPr lvl="1">
              <a:defRPr sz="1800"/>
            </a:pPr>
            <a:r>
              <a:t>Create congestion: Hotspot traffic Rack 3 → Rack 1</a:t>
            </a:r>
          </a:p>
          <a:p>
            <a:pPr lvl="1">
              <a:defRPr sz="1800"/>
            </a:pPr>
            <a:r>
              <a:t>Implement mice/elephant flow distribution (80%/20%)</a:t>
            </a:r>
          </a:p>
          <a:p>
            <a:pPr lvl="1">
              <a:defRPr sz="1800"/>
            </a:pPr>
            <a:r>
              <a:t>Add packet drop instrumentation by flow type</a:t>
            </a:r>
          </a:p>
          <a:p>
            <a:pPr lvl="1">
              <a:defRPr sz="1800"/>
            </a:pPr>
            <a:r>
              <a:t>Measure congestion relief with WiGig offload</a:t>
            </a:r>
          </a:p>
          <a:p>
            <a:pPr lvl="1">
              <a:defRPr sz="1800"/>
            </a:pPr>
            <a:r>
              <a:t>Compare: &lt;60% load (no benefit) vs &gt;80% load (benefit expected)</a:t>
            </a:r>
          </a:p>
          <a:p>
            <a:br/>
            <a:pPr>
              <a:defRPr b="1" sz="2000"/>
            </a:pPr>
            <a:r>
              <a:t>Timeline: 2 weeks for complete Task 4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Summary</a:t>
            </a:r>
          </a:p>
          <a:p>
            <a:pPr algn="ctr">
              <a:defRPr sz="2200">
                <a:solidFill>
                  <a:srgbClr val="FFFFFF"/>
                </a:solidFill>
              </a:defRPr>
            </a:pPr>
          </a:p>
          <a:p>
            <a:pPr algn="ctr">
              <a:defRPr sz="2200">
                <a:solidFill>
                  <a:srgbClr val="FFFFFF"/>
                </a:solidFill>
              </a:defRPr>
            </a:pPr>
            <a:r>
              <a:t>✓ 760 drops caused by TCP reordering, not loss</a:t>
            </a:r>
          </a:p>
          <a:p>
            <a:pPr algn="ctr">
              <a:defRPr sz="2200">
                <a:solidFill>
                  <a:srgbClr val="FFFFFF"/>
                </a:solidFill>
              </a:defRPr>
            </a:pPr>
          </a:p>
          <a:p>
            <a:pPr algn="ctr">
              <a:defRPr sz="2200">
                <a:solidFill>
                  <a:srgbClr val="FFFFFF"/>
                </a:solidFill>
              </a:defRPr>
            </a:pPr>
            <a:r>
              <a:t>✓ Validated by Sur et al. (2017) real-world study</a:t>
            </a:r>
          </a:p>
          <a:p>
            <a:pPr algn="ctr">
              <a:defRPr sz="2200">
                <a:solidFill>
                  <a:srgbClr val="FFFFFF"/>
                </a:solidFill>
              </a:defRPr>
            </a:pPr>
          </a:p>
          <a:p>
            <a:pPr algn="ctr">
              <a:defRPr sz="2200">
                <a:solidFill>
                  <a:srgbClr val="FFFFFF"/>
                </a:solidFill>
              </a:defRPr>
            </a:pPr>
            <a:r>
              <a:t>✓ Proves H2: Hybrid only helps WITH congestion</a:t>
            </a:r>
          </a:p>
          <a:p>
            <a:pPr algn="ctr">
              <a:defRPr sz="2200">
                <a:solidFill>
                  <a:srgbClr val="FFFFFF"/>
                </a:solidFill>
              </a:defRPr>
            </a:pPr>
          </a:p>
          <a:p>
            <a:pPr algn="ctr">
              <a:defRPr sz="2200">
                <a:solidFill>
                  <a:srgbClr val="FFFFFF"/>
                </a:solidFill>
              </a:defRPr>
            </a:pPr>
            <a:r>
              <a:t>✓ Critical finding: When NOT to use wireless</a:t>
            </a:r>
          </a:p>
          <a:p>
            <a:pPr algn="ctr">
              <a:defRPr sz="2200">
                <a:solidFill>
                  <a:srgbClr val="FFFFFF"/>
                </a:solidFill>
              </a:defRPr>
            </a:pPr>
          </a:p>
          <a:p>
            <a:pPr algn="ctr">
              <a:defRPr sz="2200">
                <a:solidFill>
                  <a:srgbClr val="FFFFFF"/>
                </a:solidFill>
              </a:defRPr>
            </a:pPr>
            <a:r>
              <a:t>✓ Next: Show when wireless DOES provide benefit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Anthony Malone (L00188373)</a:t>
            </a:r>
          </a:p>
          <a:p>
            <a:r>
              <a:t>Email: L00188373@atu.ie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